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69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570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7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56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864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6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452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33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276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810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7762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0164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479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808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651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90092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03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D04AD7-A1D6-4190-AA3F-6CCA65B16E5B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D7426-0762-4B73-B9A2-9C5CD747BB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8830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BD89D-D7FA-EC9A-0A68-B312A5833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9363" y="1919902"/>
            <a:ext cx="7766936" cy="1646302"/>
          </a:xfrm>
        </p:spPr>
        <p:txBody>
          <a:bodyPr>
            <a:noAutofit/>
          </a:bodyPr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Product Inventory Management in E-Commerce Using Hash Table ADT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34E44A-02D7-6A94-0B41-C58BBEC07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darshan pranav cs</a:t>
            </a:r>
          </a:p>
          <a:p>
            <a:r>
              <a:rPr lang="en-IN" dirty="0"/>
              <a:t>192511315</a:t>
            </a:r>
          </a:p>
        </p:txBody>
      </p:sp>
    </p:spTree>
    <p:extLst>
      <p:ext uri="{BB962C8B-B14F-4D97-AF65-F5344CB8AC3E}">
        <p14:creationId xmlns:p14="http://schemas.microsoft.com/office/powerpoint/2010/main" val="2605979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65C4-655D-B1ED-587C-9CE48F1D7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982F1-F683-EB1A-86B9-FF8B78E45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platforms such as Amazon, Flipkart, and eBay manage millions of products. Customers expect instant product searches and accurate stock information. To achieve this, efficient data structures are required. \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 ADT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one of the most suitable choices for managing product information and inventory updates.</a:t>
            </a:r>
          </a:p>
        </p:txBody>
      </p:sp>
      <p:pic>
        <p:nvPicPr>
          <p:cNvPr id="6" name="Picture 5" descr="Efficient Ecommerce Inventory Management: 8 Best Practices">
            <a:extLst>
              <a:ext uri="{FF2B5EF4-FFF2-40B4-BE49-F238E27FC236}">
                <a16:creationId xmlns:a16="http://schemas.microsoft.com/office/drawing/2014/main" id="{5A52E750-834D-6ACF-8F1A-E2C9A325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3641285"/>
            <a:ext cx="5288111" cy="232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44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70B51-FB43-FF44-2A6D-23164CC1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016F7-5DB4-601C-2B34-28CF493A4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Challenges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 of product records.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stock updates due to purchases and restocking.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 product searches.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 of stock inconsistencies.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multiple customer requests simultaneously.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inventory system should support: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insertion.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search.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updates.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deletion.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tracking. 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Ecommerce Inventory Management: Techniques &amp; Audits | Inciflo">
            <a:extLst>
              <a:ext uri="{FF2B5EF4-FFF2-40B4-BE49-F238E27FC236}">
                <a16:creationId xmlns:a16="http://schemas.microsoft.com/office/drawing/2014/main" id="{BAB69741-4E2E-8F19-FA14-A791456B5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953" y="2177114"/>
            <a:ext cx="4478898" cy="307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93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23C1-ADC4-E097-BF27-FBEEE582D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ADT – Hash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916C88-BEAF-E323-7F51-E9EE10DC76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729229"/>
              </p:ext>
            </p:extLst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26285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1204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523287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6163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0818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Laptop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$800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269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902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Headphones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1677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BA12572-F839-63D1-C00A-F5BCFB111170}"/>
              </a:ext>
            </a:extLst>
          </p:cNvPr>
          <p:cNvSpPr txBox="1"/>
          <p:nvPr/>
        </p:nvSpPr>
        <p:spPr>
          <a:xfrm>
            <a:off x="838200" y="1422866"/>
            <a:ext cx="609447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ID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Product Information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153689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0705-0F52-9BC1-3BB0-E088CB21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Efficiency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7F13469-27AF-B44C-8DA5-B7C48814A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889004"/>
              </p:ext>
            </p:extLst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4828655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848447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866206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8323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Linked List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Hash Table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663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471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Insert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090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95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6149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049988-2617-FD59-F10F-D5D3E4F4C779}"/>
              </a:ext>
            </a:extLst>
          </p:cNvPr>
          <p:cNvSpPr txBox="1"/>
          <p:nvPr/>
        </p:nvSpPr>
        <p:spPr>
          <a:xfrm>
            <a:off x="838200" y="256767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Comparison</a:t>
            </a:r>
          </a:p>
        </p:txBody>
      </p:sp>
    </p:spTree>
    <p:extLst>
      <p:ext uri="{BB962C8B-B14F-4D97-AF65-F5344CB8AC3E}">
        <p14:creationId xmlns:p14="http://schemas.microsoft.com/office/powerpoint/2010/main" val="973314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1610B-E721-983F-FF89-C1826478A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Advantages,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F482F-CF50-93BB-84FC-53FD38112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82765"/>
            <a:ext cx="8596668" cy="38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Hash Table ADT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Constant-time access (O(1)).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memory utilization.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stock management.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implementation and maintenance.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scalability for large databases.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 Table ADT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e-commerce inventory management because it provides: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product searches.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stock updates.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system performance.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 and user experience.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24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29541-3A1F-0F25-BBE0-55B5043F8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1803" y="240792"/>
            <a:ext cx="8825658" cy="3329581"/>
          </a:xfrm>
        </p:spPr>
        <p:txBody>
          <a:bodyPr/>
          <a:lstStyle/>
          <a:p>
            <a:r>
              <a:rPr lang="en-IN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Syntax Checking Using Stack ADT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940023-58C6-25F1-DB8F-3D3C323485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821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CE31B-5490-81C4-877E-2F85B252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2A11C-FA09-ECCB-0806-130EB4BB6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952334"/>
            <a:ext cx="8946541" cy="419548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browsers and code editors must verify whether HTML tags are properly opened and closed.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syntax checker ensures that every opening tag has a corresponding closing tag and that tags are correctly nested. The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this task.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tack Data Structure and Implementation in Python, Java and C/C++">
            <a:extLst>
              <a:ext uri="{FF2B5EF4-FFF2-40B4-BE49-F238E27FC236}">
                <a16:creationId xmlns:a16="http://schemas.microsoft.com/office/drawing/2014/main" id="{8509E296-D47E-BC93-4240-382FE37EFF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37" y="3797143"/>
            <a:ext cx="5169166" cy="306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13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F9E00-7376-DBD4-1067-48B375C7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Analysis and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73FA1-856F-941F-0E54-B7997BA6F4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2034630"/>
            <a:ext cx="8946541" cy="419548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HTML Syntax Checking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missing closing tags.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incorrectly nested tags.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large HTML documents efficiently.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Providing quick error detection during coding.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syntax checker should: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opening tags.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closing tags with corresponding opening tags.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syntax errors immediately.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proper nesting of tags.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595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3DF7-BF1B-7FA2-B6CE-D56E916B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ADT –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59BDD-32F1-15F0-5C8D-4BEF77898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85324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Operations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an element to the top.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 the top element.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View the top element. </a:t>
            </a:r>
          </a:p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IsEmpty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 whether the stack is empty.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&lt;div&gt;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&lt;p&gt;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 &lt;/p&gt; → Pop &lt;p&gt;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Encounter &lt;/div&gt; → Pop &lt;div&gt;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becomes empty → HTML is valid </a:t>
            </a:r>
          </a:p>
          <a:p>
            <a:endParaRPr lang="en-IN" dirty="0"/>
          </a:p>
        </p:txBody>
      </p:sp>
      <p:pic>
        <p:nvPicPr>
          <p:cNvPr id="5" name="Picture 4" descr="Stack Algorithm in Data Structures (Operations &amp; Examples)">
            <a:extLst>
              <a:ext uri="{FF2B5EF4-FFF2-40B4-BE49-F238E27FC236}">
                <a16:creationId xmlns:a16="http://schemas.microsoft.com/office/drawing/2014/main" id="{27BC462D-4221-1788-9BB3-9E8D90F58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1" y="2175676"/>
            <a:ext cx="4973077" cy="331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465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DFC5-2C8B-9DD1-E280-8A4EE1CD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Efficiency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4E212-C174-E4C0-0A31-E3D3CDB1F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720" y="1152983"/>
            <a:ext cx="8946541" cy="4195481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HTML tags one by one.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Push opening tags onto the stack.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closing tag: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stack top.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matching opening tag exists, pop it.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Otherwise report an error.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end, the stack must be empty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96CC677-3D81-F6FF-6FA4-99952443FA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812602"/>
              </p:ext>
            </p:extLst>
          </p:nvPr>
        </p:nvGraphicFramePr>
        <p:xfrm>
          <a:off x="646111" y="4497991"/>
          <a:ext cx="8947150" cy="1828800"/>
        </p:xfrm>
        <a:graphic>
          <a:graphicData uri="http://schemas.openxmlformats.org/drawingml/2006/table">
            <a:tbl>
              <a:tblPr/>
              <a:tblGrid>
                <a:gridCol w="4473575">
                  <a:extLst>
                    <a:ext uri="{9D8B030D-6E8A-4147-A177-3AD203B41FA5}">
                      <a16:colId xmlns:a16="http://schemas.microsoft.com/office/drawing/2014/main" val="130393340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41627946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108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79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3939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O(1)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41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HTML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O(n)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860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766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9CB22-80E3-E8C6-2BC9-C88FFC7E1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Advantages,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53659-1CD4-78FE-B851-0CCA639D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77859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Stack ADT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efficient implementation.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Naturally supports nested structures.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Constant-time insertion and deletion.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detection of syntax errors.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large HTML documents.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 ADT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suitable data structure for HTML syntax checking because it follows the LIFO principle, which perfectly matches the nested nature of HTML tags.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37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638</Words>
  <Application>Microsoft Office PowerPoint</Application>
  <PresentationFormat>Widescreen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Century Gothic</vt:lpstr>
      <vt:lpstr>Times New Roman</vt:lpstr>
      <vt:lpstr>Wingdings 3</vt:lpstr>
      <vt:lpstr>Ion</vt:lpstr>
      <vt:lpstr>Efficient Product Inventory Management in E-Commerce Using Hash Table ADT</vt:lpstr>
      <vt:lpstr>Introduction</vt:lpstr>
      <vt:lpstr>Problem Analysis and Requirements</vt:lpstr>
      <vt:lpstr>Recommended ADT – Hash Table</vt:lpstr>
      <vt:lpstr>Performance Efficiency Analysis</vt:lpstr>
      <vt:lpstr> Advantages, and Conclusion</vt:lpstr>
      <vt:lpstr>HTML Syntax Checking Using Stack ADT</vt:lpstr>
      <vt:lpstr>Introduction</vt:lpstr>
      <vt:lpstr>Problem Analysis and Requirements</vt:lpstr>
      <vt:lpstr>Recommended ADT – Stack</vt:lpstr>
      <vt:lpstr>Performance Efficiency Analysis</vt:lpstr>
      <vt:lpstr>Advantages,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Darshan PCS</dc:creator>
  <cp:lastModifiedBy>Darshan PCS</cp:lastModifiedBy>
  <cp:revision>1</cp:revision>
  <dcterms:created xsi:type="dcterms:W3CDTF">2026-07-24T19:07:13Z</dcterms:created>
  <dcterms:modified xsi:type="dcterms:W3CDTF">2026-07-24T19:21:21Z</dcterms:modified>
</cp:coreProperties>
</file>