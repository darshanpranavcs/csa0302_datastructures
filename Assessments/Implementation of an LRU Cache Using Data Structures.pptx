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3DCC2-F910-8BA4-2FCB-30DCDE32D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1F3B93-DECB-C960-318F-5337AFE6C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E5950-7D10-0FD4-73C6-C12EAD92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A1D4-635F-4285-9D47-10B6603E5AA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8BE6D-B024-D782-630F-3817C0F5A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D3C1E-0DFA-B5E7-E189-6357D56A8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76BD-B860-4A5B-9492-EA2FBBB8F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39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E3C2-300B-362A-A1FA-A7D295C1E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74C7A-9652-E308-4636-DA188FAC1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FD56E-A16A-E579-719E-748B090A4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A1D4-635F-4285-9D47-10B6603E5AA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07CAA-D3AF-1D45-B873-07D42D155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F985C-E2FD-9307-DD71-0B7ACC48A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76BD-B860-4A5B-9492-EA2FBBB8F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5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2136-3194-A3E1-4718-888FBB17E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2E07C-4F87-8D12-03C8-1CFA1CBE3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FD367-FEE2-62BF-9BB3-E409305EC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A1D4-635F-4285-9D47-10B6603E5AA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D5D03-8234-106E-2848-87CD9E15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0CCC7-14AF-6B91-C818-0BC73F936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76BD-B860-4A5B-9492-EA2FBBB8F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212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B78E5-783D-8FDA-4F0A-7EEA955C2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E02C4-02E3-6191-C592-6574D52694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9F3DD-D350-18EE-1EAB-EB31A1CAC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947E7-F2E9-3EA5-96A4-22FEEA7F1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A1D4-635F-4285-9D47-10B6603E5AA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88532-089A-4641-819B-A9677039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BFDAF-6032-7112-C4A3-0B6927FD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76BD-B860-4A5B-9492-EA2FBBB8F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050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2815-6521-3953-27BC-C0C547241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AB37D-437C-6450-E905-EC866BC29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3DC52-2380-F02B-963F-356DE2E94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D4F0F9-B9B5-F1C0-04E5-7BE3F6B2CF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2839B1-EDD4-DB5C-1F24-F2FE3E945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FAA2FE-4033-B40B-E05C-71294188F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A1D4-635F-4285-9D47-10B6603E5AA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5F84BC-171A-DEB1-8D2C-3E5F05731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D464F-7A7B-3B93-5799-EE2E33CE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76BD-B860-4A5B-9492-EA2FBBB8F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318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1AADA-EB51-B000-A32F-24FE04537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AFD40C-749A-1A54-7ACA-E8AA45FB8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A1D4-635F-4285-9D47-10B6603E5AA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7A0370-65A1-1FA3-7B34-7D3EBAC7A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42992-03FC-ADE9-7CAA-5A7F1E02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76BD-B860-4A5B-9492-EA2FBBB8F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567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61312F-7364-8047-BCAF-56F2D532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A1D4-635F-4285-9D47-10B6603E5AA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CCC531-D027-0D69-BCEC-8BB76386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D5865-0800-1457-6C80-584BFE6F0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76BD-B860-4A5B-9492-EA2FBBB8F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276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5FDBE-64E6-B5EB-B4AB-8EE4F495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A43DD-3DF0-49B4-2FD5-443041DB4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9F69A-23D4-1CD2-ADCD-5333C50A4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57FEC-0996-AFED-DC15-DA7D12B88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A1D4-635F-4285-9D47-10B6603E5AA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77820-4B9C-7DD1-197E-D8983693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4C853-1D3D-D1DF-6FC6-5BD10F7B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76BD-B860-4A5B-9492-EA2FBBB8F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119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B72C-5289-191E-EB6B-DAD2FC633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9C9544-602F-F147-2560-2A45D6563B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8C36C-B904-9B07-D6D9-4DBC938B0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E3DD9-1F7F-F4D5-CA2F-6AB281692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A1D4-635F-4285-9D47-10B6603E5AA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313BE-C586-1B2A-082A-A9BFF2E68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552AD-9E9C-5873-5693-C5BEF1CA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76BD-B860-4A5B-9492-EA2FBBB8F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943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D0128-DC6A-69D6-877C-65B4B583E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F0771-1450-21AF-D4B9-4749EAA0E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363A8-9387-F59D-1958-8E3AD25FA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A1D4-635F-4285-9D47-10B6603E5AA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527B6-07DB-1C6D-9830-F6421E20B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52FD7-039C-C487-0AA5-6C76CD7F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76BD-B860-4A5B-9492-EA2FBBB8F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037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22713F-6D9C-5494-1EF8-B2CC55267F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13BB98-DF9E-EA16-97BB-8F157F595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7502E-951D-67FF-D2D8-31E59025E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A1D4-635F-4285-9D47-10B6603E5AA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59ABD-6570-2182-971D-470F97D5B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3FC22-0F35-7A7C-3ED6-5D14DA6A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76BD-B860-4A5B-9492-EA2FBBB8F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380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647C14-C156-6256-5B66-6A1258B41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B309F-F013-F114-A25F-3F1557249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3A8FD-CF03-697A-B494-D1AA21222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EA1D4-635F-4285-9D47-10B6603E5AA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31254-C2DC-C8B6-48A7-DB7EBE37D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E2493-0C4C-DAC9-D36D-A2762A452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776BD-B860-4A5B-9492-EA2FBBB8F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665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1CB6C-1474-2820-D1F2-E884BFC633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Implementation of an LRU Cache Using 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CCCE44-D6DC-9A34-30C7-C3BEF0181A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Data Structure-CSA0302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AD1FC-672B-A87D-868B-F561DC97EC74}"/>
              </a:ext>
            </a:extLst>
          </p:cNvPr>
          <p:cNvSpPr txBox="1"/>
          <p:nvPr/>
        </p:nvSpPr>
        <p:spPr>
          <a:xfrm>
            <a:off x="8010144" y="4871529"/>
            <a:ext cx="3986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 </a:t>
            </a:r>
          </a:p>
          <a:p>
            <a:r>
              <a:rPr lang="en-IN" dirty="0" err="1"/>
              <a:t>S.Mohana</a:t>
            </a:r>
            <a:r>
              <a:rPr lang="en-IN" dirty="0"/>
              <a:t> </a:t>
            </a:r>
            <a:r>
              <a:rPr lang="en-IN" dirty="0" err="1"/>
              <a:t>velan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3C2D25-274E-2AC6-1A9B-2A95C1152D73}"/>
              </a:ext>
            </a:extLst>
          </p:cNvPr>
          <p:cNvSpPr txBox="1"/>
          <p:nvPr/>
        </p:nvSpPr>
        <p:spPr>
          <a:xfrm>
            <a:off x="667512" y="4871529"/>
            <a:ext cx="246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Guided by </a:t>
            </a:r>
          </a:p>
          <a:p>
            <a:r>
              <a:rPr lang="en-IN" dirty="0" err="1"/>
              <a:t>Dr.Alphonsa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2045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8FD1A-8BE7-4815-1D9C-910400019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6A2C0-FA4E-6C26-AE62-7B3FBB34B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Problem</a:t>
            </a:r>
            <a:endParaRPr lang="en-IN" dirty="0"/>
          </a:p>
          <a:p>
            <a:r>
              <a:rPr lang="en-IN" dirty="0"/>
              <a:t>Frequently accessed data should be retrieved quickly. </a:t>
            </a:r>
          </a:p>
          <a:p>
            <a:r>
              <a:rPr lang="en-IN" dirty="0"/>
              <a:t>Cache memory has limited capacity. </a:t>
            </a:r>
          </a:p>
          <a:p>
            <a:r>
              <a:rPr lang="en-IN" dirty="0"/>
              <a:t>Least recently used data should be removed when the cache becomes full. </a:t>
            </a:r>
          </a:p>
          <a:p>
            <a:r>
              <a:rPr lang="en-IN" b="1" dirty="0"/>
              <a:t>Solution</a:t>
            </a:r>
            <a:endParaRPr lang="en-IN" dirty="0"/>
          </a:p>
          <a:p>
            <a:r>
              <a:rPr lang="en-IN" dirty="0"/>
              <a:t>Use </a:t>
            </a:r>
            <a:r>
              <a:rPr lang="en-IN" b="1" dirty="0"/>
              <a:t>Hash Map + Doubly Linked List</a:t>
            </a:r>
            <a:r>
              <a:rPr lang="en-IN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2240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27D27-668F-7999-3094-29217034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Structure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3D0DA-F3F8-3C2D-264F-17AD1741D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Hash Map</a:t>
            </a:r>
          </a:p>
          <a:p>
            <a:r>
              <a:rPr lang="en-IN" dirty="0"/>
              <a:t>Stores key-value pairs. </a:t>
            </a:r>
          </a:p>
          <a:p>
            <a:r>
              <a:rPr lang="en-IN" dirty="0"/>
              <a:t>Provides </a:t>
            </a:r>
            <a:r>
              <a:rPr lang="en-IN" b="1" dirty="0"/>
              <a:t>O(1)</a:t>
            </a:r>
            <a:r>
              <a:rPr lang="en-IN" dirty="0"/>
              <a:t> search. </a:t>
            </a:r>
          </a:p>
          <a:p>
            <a:r>
              <a:rPr lang="en-IN" b="1" dirty="0"/>
              <a:t>Doubly Linked List</a:t>
            </a:r>
          </a:p>
          <a:p>
            <a:r>
              <a:rPr lang="en-IN" dirty="0"/>
              <a:t>Maintains order of recently used items. </a:t>
            </a:r>
          </a:p>
          <a:p>
            <a:r>
              <a:rPr lang="en-IN" dirty="0"/>
              <a:t>Front → Most Recently Used (MRU) </a:t>
            </a:r>
          </a:p>
          <a:p>
            <a:r>
              <a:rPr lang="en-IN" dirty="0"/>
              <a:t>Rear → Least Recently Used (LRU) </a:t>
            </a:r>
          </a:p>
          <a:p>
            <a:r>
              <a:rPr lang="en-IN" b="1" dirty="0"/>
              <a:t>Working</a:t>
            </a:r>
            <a:endParaRPr lang="en-IN" dirty="0"/>
          </a:p>
          <a:p>
            <a:r>
              <a:rPr lang="en-IN" dirty="0"/>
              <a:t>Search item. </a:t>
            </a:r>
          </a:p>
          <a:p>
            <a:r>
              <a:rPr lang="en-IN" dirty="0"/>
              <a:t>If found → Move to front. </a:t>
            </a:r>
          </a:p>
          <a:p>
            <a:r>
              <a:rPr lang="en-IN" dirty="0"/>
              <a:t>If not found → Insert at front. </a:t>
            </a:r>
          </a:p>
          <a:p>
            <a:r>
              <a:rPr lang="en-IN" dirty="0"/>
              <a:t>If cache is full → Remove rear node.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8388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25670-9D10-0653-B20A-57972826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Complexity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9E2FE3-F797-FED2-9C4D-D1F8940E65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10806885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778657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287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529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604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54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Move to Front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6454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E7CAEB8-ED1F-8433-38B1-292B6C50F24B}"/>
              </a:ext>
            </a:extLst>
          </p:cNvPr>
          <p:cNvSpPr txBox="1"/>
          <p:nvPr/>
        </p:nvSpPr>
        <p:spPr>
          <a:xfrm>
            <a:off x="838200" y="1519904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Fast access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Efficient memory usage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in browsers, operating systems, databases, and CPU caches.</a:t>
            </a:r>
          </a:p>
        </p:txBody>
      </p:sp>
    </p:spTree>
    <p:extLst>
      <p:ext uri="{BB962C8B-B14F-4D97-AF65-F5344CB8AC3E}">
        <p14:creationId xmlns:p14="http://schemas.microsoft.com/office/powerpoint/2010/main" val="2916262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1A61F-A286-67BD-18A5-010F95FD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46C11-C2AA-69BF-E4FC-DD4772848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LRU Cache combines </a:t>
            </a:r>
            <a:r>
              <a:rPr lang="en-IN" b="1" dirty="0"/>
              <a:t>Hash Map</a:t>
            </a:r>
            <a:r>
              <a:rPr lang="en-IN" dirty="0"/>
              <a:t> and </a:t>
            </a:r>
            <a:r>
              <a:rPr lang="en-IN" b="1" dirty="0"/>
              <a:t>Doubly Linked List</a:t>
            </a:r>
            <a:r>
              <a:rPr lang="en-IN" dirty="0"/>
              <a:t>. </a:t>
            </a:r>
          </a:p>
          <a:p>
            <a:r>
              <a:rPr lang="en-IN" dirty="0"/>
              <a:t>Provides constant-time operations. </a:t>
            </a:r>
          </a:p>
          <a:p>
            <a:r>
              <a:rPr lang="en-IN" dirty="0"/>
              <a:t>Improves application speed by keeping frequently used data in memory. </a:t>
            </a:r>
          </a:p>
          <a:p>
            <a:r>
              <a:rPr lang="en-IN" dirty="0"/>
              <a:t>Best suited for high-performance caching systems.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001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807DB-30F3-F418-E49C-8103A1E32F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Maze Solving Using Recursion and Stack Data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98B01-55D3-BB96-326D-9A8CD935C2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Data Structure-CSA0302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DDD05-AB9E-34EC-18BA-1755E259D059}"/>
              </a:ext>
            </a:extLst>
          </p:cNvPr>
          <p:cNvSpPr txBox="1"/>
          <p:nvPr/>
        </p:nvSpPr>
        <p:spPr>
          <a:xfrm>
            <a:off x="8010144" y="4871529"/>
            <a:ext cx="3986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 </a:t>
            </a:r>
          </a:p>
          <a:p>
            <a:r>
              <a:rPr lang="en-IN" dirty="0" err="1"/>
              <a:t>S.Mohana</a:t>
            </a:r>
            <a:r>
              <a:rPr lang="en-IN" dirty="0"/>
              <a:t> </a:t>
            </a:r>
            <a:r>
              <a:rPr lang="en-IN" dirty="0" err="1"/>
              <a:t>velan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7D355E-48B5-A70A-B8D3-A49F6810051E}"/>
              </a:ext>
            </a:extLst>
          </p:cNvPr>
          <p:cNvSpPr txBox="1"/>
          <p:nvPr/>
        </p:nvSpPr>
        <p:spPr>
          <a:xfrm>
            <a:off x="340614" y="4871528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Guided by </a:t>
            </a:r>
          </a:p>
          <a:p>
            <a:r>
              <a:rPr lang="en-IN" sz="1800" dirty="0" err="1"/>
              <a:t>Dr.Alphonsa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97556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75A70-A30D-BCD0-C088-3594C914A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E5EF2-DF4E-1C7A-D6BA-D9324E253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Problem</a:t>
            </a:r>
            <a:endParaRPr lang="en-IN" dirty="0"/>
          </a:p>
          <a:p>
            <a:r>
              <a:rPr lang="en-IN" dirty="0"/>
              <a:t>Find a path from the start point to the destination. </a:t>
            </a:r>
          </a:p>
          <a:p>
            <a:r>
              <a:rPr lang="en-IN" dirty="0"/>
              <a:t>The algorithm explores many possible paths. </a:t>
            </a:r>
          </a:p>
          <a:p>
            <a:r>
              <a:rPr lang="en-IN" dirty="0"/>
              <a:t>It must return (backtrack) when a path is blocked. </a:t>
            </a:r>
          </a:p>
          <a:p>
            <a:r>
              <a:rPr lang="en-IN" b="1" dirty="0"/>
              <a:t>Solution</a:t>
            </a:r>
            <a:endParaRPr lang="en-IN" dirty="0"/>
          </a:p>
          <a:p>
            <a:r>
              <a:rPr lang="en-IN" dirty="0"/>
              <a:t>Use </a:t>
            </a:r>
            <a:r>
              <a:rPr lang="en-IN" b="1" dirty="0"/>
              <a:t>Stack (Recursion Call Stack)</a:t>
            </a:r>
            <a:r>
              <a:rPr lang="en-IN" dirty="0"/>
              <a:t>. 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4680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0CD69-9BFF-DD49-31BE-2C21F46CD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Structure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BC364-8A2D-D2E6-D274-C5CAAEF7E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Stack (LIFO)</a:t>
            </a:r>
          </a:p>
          <a:p>
            <a:r>
              <a:rPr lang="en-IN" dirty="0"/>
              <a:t>Last In → First Out </a:t>
            </a:r>
          </a:p>
          <a:p>
            <a:r>
              <a:rPr lang="en-IN" dirty="0"/>
              <a:t>Every recursive call is pushed onto the stack. </a:t>
            </a:r>
          </a:p>
          <a:p>
            <a:r>
              <a:rPr lang="en-IN" dirty="0"/>
              <a:t>Dead-end paths are popped automatically during backtracking. </a:t>
            </a:r>
          </a:p>
          <a:p>
            <a:r>
              <a:rPr lang="en-IN" b="1" dirty="0"/>
              <a:t>Working</a:t>
            </a:r>
            <a:endParaRPr lang="en-IN" dirty="0"/>
          </a:p>
          <a:p>
            <a:r>
              <a:rPr lang="en-IN" dirty="0"/>
              <a:t>Visit a cell. </a:t>
            </a:r>
          </a:p>
          <a:p>
            <a:r>
              <a:rPr lang="en-IN" dirty="0"/>
              <a:t>Mark it as visited. </a:t>
            </a:r>
          </a:p>
          <a:p>
            <a:r>
              <a:rPr lang="en-IN" dirty="0"/>
              <a:t>Move to an adjacent cell. </a:t>
            </a:r>
          </a:p>
          <a:p>
            <a:r>
              <a:rPr lang="en-IN" dirty="0"/>
              <a:t>If blocked → Return (Backtrack). </a:t>
            </a:r>
          </a:p>
          <a:p>
            <a:r>
              <a:rPr lang="en-IN" dirty="0"/>
              <a:t>Continue until destination is found.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0159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04718-0FEF-18AD-4669-3ADEA254F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Complexity Analysis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03C8B9-B0EA-36F8-58DB-6061E0AD865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452654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9896721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760542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361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O(M ×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546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Space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O(M ×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7333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DA3E94B-3202-6537-ADBD-46D5DE58C7FB}"/>
              </a:ext>
            </a:extLst>
          </p:cNvPr>
          <p:cNvSpPr txBox="1"/>
          <p:nvPr/>
        </p:nvSpPr>
        <p:spPr>
          <a:xfrm>
            <a:off x="838200" y="1454557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(M = rows, N = columns)</a:t>
            </a:r>
          </a:p>
          <a:p>
            <a:pPr>
              <a:buNone/>
            </a:pPr>
            <a:r>
              <a:rPr lang="en-IN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Simple implementation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Automatic backtracking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Prevents revisiting the same path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Efficient for maze exploration</a:t>
            </a:r>
          </a:p>
        </p:txBody>
      </p:sp>
    </p:spTree>
    <p:extLst>
      <p:ext uri="{BB962C8B-B14F-4D97-AF65-F5344CB8AC3E}">
        <p14:creationId xmlns:p14="http://schemas.microsoft.com/office/powerpoint/2010/main" val="1475350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803A0-B255-061F-27B7-A838CE08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E4CFC-D6C5-F9A8-773B-90EA55E72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Maze solving uses the </a:t>
            </a:r>
            <a:r>
              <a:rPr lang="en-IN" b="1" dirty="0"/>
              <a:t>Stack</a:t>
            </a:r>
            <a:r>
              <a:rPr lang="en-IN" dirty="0"/>
              <a:t> through recursive function calls. </a:t>
            </a:r>
          </a:p>
          <a:p>
            <a:r>
              <a:rPr lang="en-IN" dirty="0"/>
              <a:t>Backtracking efficiently explores all possible paths. </a:t>
            </a:r>
          </a:p>
          <a:p>
            <a:r>
              <a:rPr lang="en-IN" dirty="0"/>
              <a:t>Time complexity is </a:t>
            </a:r>
            <a:r>
              <a:rPr lang="en-IN" b="1" dirty="0"/>
              <a:t>O(M × N)</a:t>
            </a:r>
            <a:r>
              <a:rPr lang="en-IN" dirty="0"/>
              <a:t>. </a:t>
            </a:r>
          </a:p>
          <a:p>
            <a:r>
              <a:rPr lang="en-IN" dirty="0"/>
              <a:t>Stack-based recursion is ideal for DFS-based maze-solving algorithms. </a:t>
            </a:r>
          </a:p>
          <a:p>
            <a:r>
              <a:rPr lang="en-IN" dirty="0"/>
              <a:t>These slide contents align well with the assessment requirement of identifying the appropriate data structure, explaining its working, and justifying its efficiency using complexity analysis.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0594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438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Implementation of an LRU Cache Using Data Structures</vt:lpstr>
      <vt:lpstr>Problem Statement</vt:lpstr>
      <vt:lpstr>Data Structure Used</vt:lpstr>
      <vt:lpstr>Complexity Analysis</vt:lpstr>
      <vt:lpstr>Conclusion</vt:lpstr>
      <vt:lpstr>Maze Solving Using Recursion and Stack Data Structure</vt:lpstr>
      <vt:lpstr>Problem Statement </vt:lpstr>
      <vt:lpstr>Data Structure Used</vt:lpstr>
      <vt:lpstr>Complexity Analysis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Darshan PCS</dc:creator>
  <cp:lastModifiedBy>Darshan PCS</cp:lastModifiedBy>
  <cp:revision>2</cp:revision>
  <dcterms:created xsi:type="dcterms:W3CDTF">2026-07-25T05:58:41Z</dcterms:created>
  <dcterms:modified xsi:type="dcterms:W3CDTF">2026-07-25T06:29:00Z</dcterms:modified>
</cp:coreProperties>
</file>